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79300" cy="6858000"/>
  <p:notesSz cx="121793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3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78438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899275" y="0"/>
            <a:ext cx="527685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71D52-909F-4B9E-834D-1F2140A642A2}" type="datetimeFigureOut">
              <a:rPr lang="es-PE" smtClean="0"/>
              <a:t>11/02/2026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3838" y="857250"/>
            <a:ext cx="411162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7613" y="3300413"/>
            <a:ext cx="9744075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78438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899275" y="6513513"/>
            <a:ext cx="527685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D2BFC6-F6A1-4BE2-A807-54ABA15488F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11379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D2BFC6-F6A1-4BE2-A807-54ABA15488F4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78046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3447" y="2125980"/>
            <a:ext cx="10352405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6895" y="3840480"/>
            <a:ext cx="852551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8965" y="1577340"/>
            <a:ext cx="529799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2339" y="1577340"/>
            <a:ext cx="529799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2345" y="266817"/>
            <a:ext cx="8925800" cy="10699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730" y="1657917"/>
            <a:ext cx="10552430" cy="4177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0962" y="6377940"/>
            <a:ext cx="3897376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8965" y="6377940"/>
            <a:ext cx="280123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69096" y="6377940"/>
            <a:ext cx="280123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3.jpg"/><Relationship Id="rId7" Type="http://schemas.openxmlformats.org/officeDocument/2006/relationships/image" Target="../media/image17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94450" y="699827"/>
            <a:ext cx="2906279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3200" b="1" spc="-10" dirty="0">
                <a:latin typeface="Cambria Math" panose="02040503050406030204" pitchFamily="18" charset="0"/>
                <a:ea typeface="Cambria Math" panose="02040503050406030204" pitchFamily="18" charset="0"/>
                <a:cs typeface="Cascadia Mono SemiBold" panose="020B0609020000020004" pitchFamily="49" charset="0"/>
              </a:rPr>
              <a:t>DARKFORUMS</a:t>
            </a:r>
            <a:endParaRPr sz="3200" dirty="0">
              <a:latin typeface="Cambria Math" panose="02040503050406030204" pitchFamily="18" charset="0"/>
              <a:ea typeface="Cambria Math" panose="02040503050406030204" pitchFamily="18" charset="0"/>
              <a:cs typeface="Cascadia Mono SemiBold" panose="020B0609020000020004" pitchFamily="49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81932" y="2006140"/>
            <a:ext cx="4178300" cy="179832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4800" spc="-390" dirty="0">
                <a:latin typeface="Arial"/>
                <a:cs typeface="Arial"/>
              </a:rPr>
              <a:t>PRODUCTOS</a:t>
            </a:r>
            <a:r>
              <a:rPr sz="4800" spc="-85" dirty="0">
                <a:latin typeface="Arial"/>
                <a:cs typeface="Arial"/>
              </a:rPr>
              <a:t> </a:t>
            </a:r>
            <a:r>
              <a:rPr sz="6000" spc="-50" dirty="0">
                <a:solidFill>
                  <a:srgbClr val="FF0000"/>
                </a:solidFill>
                <a:latin typeface="Tahoma"/>
                <a:cs typeface="Tahoma"/>
              </a:rPr>
              <a:t>X</a:t>
            </a:r>
            <a:endParaRPr sz="6000" dirty="0">
              <a:latin typeface="Tahoma"/>
              <a:cs typeface="Tahoma"/>
            </a:endParaRPr>
          </a:p>
          <a:p>
            <a:pPr marL="170815">
              <a:lnSpc>
                <a:spcPct val="100000"/>
              </a:lnSpc>
              <a:spcBef>
                <a:spcPts val="440"/>
              </a:spcBef>
            </a:pPr>
            <a:r>
              <a:rPr sz="4800" spc="-395" dirty="0">
                <a:latin typeface="Arial"/>
                <a:cs typeface="Arial"/>
              </a:rPr>
              <a:t>DE</a:t>
            </a:r>
            <a:r>
              <a:rPr sz="4800" spc="-145" dirty="0">
                <a:latin typeface="Arial"/>
                <a:cs typeface="Arial"/>
              </a:rPr>
              <a:t> </a:t>
            </a:r>
            <a:r>
              <a:rPr sz="4800" spc="-245" dirty="0">
                <a:latin typeface="Arial"/>
                <a:cs typeface="Arial"/>
              </a:rPr>
              <a:t>TODO</a:t>
            </a:r>
            <a:r>
              <a:rPr sz="4800" spc="-140" dirty="0">
                <a:latin typeface="Arial"/>
                <a:cs typeface="Arial"/>
              </a:rPr>
              <a:t> </a:t>
            </a:r>
            <a:r>
              <a:rPr sz="4800" spc="-325" dirty="0">
                <a:latin typeface="Arial"/>
                <a:cs typeface="Arial"/>
              </a:rPr>
              <a:t>TIPO</a:t>
            </a:r>
            <a:endParaRPr sz="48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226527" y="3803745"/>
            <a:ext cx="2769235" cy="208915"/>
            <a:chOff x="5226527" y="3803745"/>
            <a:chExt cx="2769235" cy="208915"/>
          </a:xfrm>
        </p:grpSpPr>
        <p:sp>
          <p:nvSpPr>
            <p:cNvPr id="6" name="object 6"/>
            <p:cNvSpPr/>
            <p:nvPr/>
          </p:nvSpPr>
          <p:spPr>
            <a:xfrm>
              <a:off x="5232870" y="3810089"/>
              <a:ext cx="963294" cy="92710"/>
            </a:xfrm>
            <a:custGeom>
              <a:avLst/>
              <a:gdLst/>
              <a:ahLst/>
              <a:cxnLst/>
              <a:rect l="l" t="t" r="r" b="b"/>
              <a:pathLst>
                <a:path w="963295" h="92710">
                  <a:moveTo>
                    <a:pt x="963182" y="92282"/>
                  </a:moveTo>
                  <a:lnTo>
                    <a:pt x="0" y="92282"/>
                  </a:lnTo>
                  <a:lnTo>
                    <a:pt x="0" y="0"/>
                  </a:lnTo>
                  <a:lnTo>
                    <a:pt x="963182" y="0"/>
                  </a:lnTo>
                  <a:lnTo>
                    <a:pt x="963182" y="92282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32870" y="3810089"/>
              <a:ext cx="963294" cy="92710"/>
            </a:xfrm>
            <a:custGeom>
              <a:avLst/>
              <a:gdLst/>
              <a:ahLst/>
              <a:cxnLst/>
              <a:rect l="l" t="t" r="r" b="b"/>
              <a:pathLst>
                <a:path w="963295" h="92710">
                  <a:moveTo>
                    <a:pt x="0" y="0"/>
                  </a:moveTo>
                  <a:lnTo>
                    <a:pt x="963182" y="0"/>
                  </a:lnTo>
                  <a:lnTo>
                    <a:pt x="963182" y="92282"/>
                  </a:lnTo>
                  <a:lnTo>
                    <a:pt x="0" y="92282"/>
                  </a:lnTo>
                  <a:lnTo>
                    <a:pt x="0" y="0"/>
                  </a:lnTo>
                  <a:close/>
                </a:path>
              </a:pathLst>
            </a:custGeom>
            <a:ln w="12686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25933" y="3838301"/>
              <a:ext cx="963294" cy="92710"/>
            </a:xfrm>
            <a:custGeom>
              <a:avLst/>
              <a:gdLst/>
              <a:ahLst/>
              <a:cxnLst/>
              <a:rect l="l" t="t" r="r" b="b"/>
              <a:pathLst>
                <a:path w="963295" h="92710">
                  <a:moveTo>
                    <a:pt x="963182" y="92282"/>
                  </a:moveTo>
                  <a:lnTo>
                    <a:pt x="0" y="92282"/>
                  </a:lnTo>
                  <a:lnTo>
                    <a:pt x="0" y="0"/>
                  </a:lnTo>
                  <a:lnTo>
                    <a:pt x="963182" y="0"/>
                  </a:lnTo>
                  <a:lnTo>
                    <a:pt x="963182" y="92282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025933" y="3838301"/>
              <a:ext cx="963294" cy="92710"/>
            </a:xfrm>
            <a:custGeom>
              <a:avLst/>
              <a:gdLst/>
              <a:ahLst/>
              <a:cxnLst/>
              <a:rect l="l" t="t" r="r" b="b"/>
              <a:pathLst>
                <a:path w="963295" h="92710">
                  <a:moveTo>
                    <a:pt x="0" y="0"/>
                  </a:moveTo>
                  <a:lnTo>
                    <a:pt x="963182" y="0"/>
                  </a:lnTo>
                  <a:lnTo>
                    <a:pt x="963182" y="92282"/>
                  </a:lnTo>
                  <a:lnTo>
                    <a:pt x="0" y="92282"/>
                  </a:lnTo>
                  <a:lnTo>
                    <a:pt x="0" y="0"/>
                  </a:lnTo>
                  <a:close/>
                </a:path>
              </a:pathLst>
            </a:custGeom>
            <a:ln w="12686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02585" y="3913789"/>
              <a:ext cx="1175385" cy="92710"/>
            </a:xfrm>
            <a:custGeom>
              <a:avLst/>
              <a:gdLst/>
              <a:ahLst/>
              <a:cxnLst/>
              <a:rect l="l" t="t" r="r" b="b"/>
              <a:pathLst>
                <a:path w="1175384" h="92710">
                  <a:moveTo>
                    <a:pt x="1175151" y="92282"/>
                  </a:moveTo>
                  <a:lnTo>
                    <a:pt x="0" y="92282"/>
                  </a:lnTo>
                  <a:lnTo>
                    <a:pt x="0" y="0"/>
                  </a:lnTo>
                  <a:lnTo>
                    <a:pt x="1175151" y="0"/>
                  </a:lnTo>
                  <a:lnTo>
                    <a:pt x="1175151" y="92282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02585" y="3913789"/>
              <a:ext cx="1175385" cy="92710"/>
            </a:xfrm>
            <a:custGeom>
              <a:avLst/>
              <a:gdLst/>
              <a:ahLst/>
              <a:cxnLst/>
              <a:rect l="l" t="t" r="r" b="b"/>
              <a:pathLst>
                <a:path w="1175384" h="92710">
                  <a:moveTo>
                    <a:pt x="0" y="0"/>
                  </a:moveTo>
                  <a:lnTo>
                    <a:pt x="1175151" y="0"/>
                  </a:lnTo>
                  <a:lnTo>
                    <a:pt x="1175151" y="92282"/>
                  </a:lnTo>
                  <a:lnTo>
                    <a:pt x="0" y="92282"/>
                  </a:lnTo>
                  <a:lnTo>
                    <a:pt x="0" y="0"/>
                  </a:lnTo>
                  <a:close/>
                </a:path>
              </a:pathLst>
            </a:custGeom>
            <a:ln w="12686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AutoShape 2">
            <a:extLst>
              <a:ext uri="{FF2B5EF4-FFF2-40B4-BE49-F238E27FC236}">
                <a16:creationId xmlns:a16="http://schemas.microsoft.com/office/drawing/2014/main" id="{6E0F970B-ACB9-2224-865C-551A84B16B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725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EF777E66-7D79-1166-B317-E90FDE22E0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8965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pic>
        <p:nvPicPr>
          <p:cNvPr id="15" name="Imagen 14" descr="Dibujo animado de un personaje con la boca abierta&#10;&#10;El contenido generado por IA puede ser incorrecto.">
            <a:extLst>
              <a:ext uri="{FF2B5EF4-FFF2-40B4-BE49-F238E27FC236}">
                <a16:creationId xmlns:a16="http://schemas.microsoft.com/office/drawing/2014/main" id="{D8FFA7AC-4857-D673-4088-F1ADAA8635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8770" y="1693041"/>
            <a:ext cx="7071360" cy="44791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2B7DEEBC-0DC6-9C54-3B00-94EBB296F53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6321" y="470649"/>
            <a:ext cx="3904392" cy="5701551"/>
          </a:xfrm>
          <a:prstGeom prst="rect">
            <a:avLst/>
          </a:prstGeom>
        </p:spPr>
      </p:pic>
      <p:sp>
        <p:nvSpPr>
          <p:cNvPr id="20" name="AutoShape 8">
            <a:extLst>
              <a:ext uri="{FF2B5EF4-FFF2-40B4-BE49-F238E27FC236}">
                <a16:creationId xmlns:a16="http://schemas.microsoft.com/office/drawing/2014/main" id="{CCA9CEC0-AA72-6A03-0821-BAA33067A2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22306" y="1970531"/>
            <a:ext cx="162510" cy="162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601BF4B7-FCAF-6C9A-29E9-B07BD2F96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122" y="1603623"/>
            <a:ext cx="3206272" cy="32129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ángulo 20">
            <a:extLst>
              <a:ext uri="{FF2B5EF4-FFF2-40B4-BE49-F238E27FC236}">
                <a16:creationId xmlns:a16="http://schemas.microsoft.com/office/drawing/2014/main" id="{F6C65380-C1B3-72DE-F70A-44F977AB27D6}"/>
              </a:ext>
            </a:extLst>
          </p:cNvPr>
          <p:cNvSpPr/>
          <p:nvPr/>
        </p:nvSpPr>
        <p:spPr>
          <a:xfrm>
            <a:off x="2261194" y="744147"/>
            <a:ext cx="3066456" cy="2464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1A565B7D-6D01-A2C3-FEDC-9AA7478D7A2B}"/>
              </a:ext>
            </a:extLst>
          </p:cNvPr>
          <p:cNvSpPr txBox="1"/>
          <p:nvPr/>
        </p:nvSpPr>
        <p:spPr>
          <a:xfrm>
            <a:off x="6343860" y="1121121"/>
            <a:ext cx="2906279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sz="3200" dirty="0">
              <a:latin typeface="Cambria Math" panose="02040503050406030204" pitchFamily="18" charset="0"/>
              <a:ea typeface="Cambria Math" panose="02040503050406030204" pitchFamily="18" charset="0"/>
              <a:cs typeface="Cascadia Mono SemiBold" panose="020B0609020000020004" pitchFamily="49" charset="0"/>
            </a:endParaRPr>
          </a:p>
        </p:txBody>
      </p:sp>
      <p:sp>
        <p:nvSpPr>
          <p:cNvPr id="23" name="object 2">
            <a:extLst>
              <a:ext uri="{FF2B5EF4-FFF2-40B4-BE49-F238E27FC236}">
                <a16:creationId xmlns:a16="http://schemas.microsoft.com/office/drawing/2014/main" id="{A14356CD-2D8B-3549-2D49-67A2B433850D}"/>
              </a:ext>
            </a:extLst>
          </p:cNvPr>
          <p:cNvSpPr txBox="1"/>
          <p:nvPr/>
        </p:nvSpPr>
        <p:spPr>
          <a:xfrm>
            <a:off x="6878702" y="1167535"/>
            <a:ext cx="1937773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2000" spc="-1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Catalogo oficial</a:t>
            </a:r>
            <a:endParaRPr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6708" rIns="0" bIns="0" rtlCol="0">
            <a:spAutoFit/>
          </a:bodyPr>
          <a:lstStyle/>
          <a:p>
            <a:pPr marL="30607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25</a:t>
            </a:r>
            <a:r>
              <a:rPr sz="4400" spc="-95" dirty="0"/>
              <a:t> </a:t>
            </a:r>
            <a:r>
              <a:rPr sz="4400" dirty="0"/>
              <a:t>GRUPOS</a:t>
            </a:r>
            <a:r>
              <a:rPr sz="4400" spc="-95" dirty="0"/>
              <a:t> </a:t>
            </a:r>
            <a:r>
              <a:rPr sz="4400" dirty="0"/>
              <a:t>DE</a:t>
            </a:r>
            <a:r>
              <a:rPr sz="4400" spc="-90" dirty="0"/>
              <a:t> </a:t>
            </a:r>
            <a:r>
              <a:rPr sz="4400" spc="-10" dirty="0">
                <a:solidFill>
                  <a:srgbClr val="C00000"/>
                </a:solidFill>
              </a:rPr>
              <a:t>CONTENIDO</a:t>
            </a:r>
            <a:r>
              <a:rPr sz="4400" spc="-95" dirty="0">
                <a:solidFill>
                  <a:srgbClr val="C00000"/>
                </a:solidFill>
              </a:rPr>
              <a:t> </a:t>
            </a:r>
            <a:r>
              <a:rPr sz="4400" spc="-10" dirty="0">
                <a:solidFill>
                  <a:srgbClr val="C00000"/>
                </a:solidFill>
              </a:rPr>
              <a:t>INFANTIL</a:t>
            </a:r>
            <a:endParaRPr sz="4400" dirty="0">
              <a:solidFill>
                <a:srgbClr val="C0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5955" y="1431807"/>
            <a:ext cx="10048240" cy="4887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024890">
              <a:lnSpc>
                <a:spcPct val="10780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25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Grupos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contenido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infantil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videos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sin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limites.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Incluye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siguientes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tipos: </a:t>
            </a:r>
            <a:r>
              <a:rPr sz="2200" b="1" dirty="0">
                <a:latin typeface="Calibri"/>
                <a:cs typeface="Calibri"/>
              </a:rPr>
              <a:t>INCESTO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Madre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hijo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-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Tía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y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sobrino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–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Hermanos: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Eyaculaciones</a:t>
            </a:r>
            <a:r>
              <a:rPr sz="2200" spc="-10" dirty="0">
                <a:latin typeface="Calibri"/>
                <a:cs typeface="Calibri"/>
              </a:rPr>
              <a:t> fuertes </a:t>
            </a:r>
            <a:r>
              <a:rPr sz="2200" b="1" dirty="0">
                <a:latin typeface="Calibri"/>
                <a:cs typeface="Calibri"/>
              </a:rPr>
              <a:t>COLEGIALAS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Jóvenes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14,16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17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años</a:t>
            </a:r>
            <a:endParaRPr sz="2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sz="2200" b="1" dirty="0">
                <a:latin typeface="Calibri"/>
                <a:cs typeface="Calibri"/>
              </a:rPr>
              <a:t>VIOLACIONES: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Niñas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gritando,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llorando,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mamadas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profundas</a:t>
            </a:r>
            <a:endParaRPr sz="2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200" b="1" dirty="0">
                <a:latin typeface="Calibri"/>
                <a:cs typeface="Calibri"/>
              </a:rPr>
              <a:t>SEXO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CON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ANIMALES: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Niñas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perros,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caballos</a:t>
            </a:r>
            <a:endParaRPr sz="2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200" b="1" dirty="0">
                <a:latin typeface="Calibri"/>
                <a:cs typeface="Calibri"/>
              </a:rPr>
              <a:t>LGTB: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Niños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45" dirty="0">
                <a:latin typeface="Calibri"/>
                <a:cs typeface="Calibri"/>
              </a:rPr>
              <a:t>gay,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lésbico</a:t>
            </a:r>
            <a:endParaRPr sz="2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2200" b="1" dirty="0">
                <a:latin typeface="Calibri"/>
                <a:cs typeface="Calibri"/>
              </a:rPr>
              <a:t>VIOLADAS,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DORMIDAS,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IPCAM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FRENTE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LOS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HIJOS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Y</a:t>
            </a:r>
            <a:r>
              <a:rPr sz="2200" b="1" spc="-25" dirty="0">
                <a:latin typeface="Calibri"/>
                <a:cs typeface="Calibri"/>
              </a:rPr>
              <a:t> MÁS</a:t>
            </a:r>
            <a:endParaRPr sz="2200" dirty="0">
              <a:latin typeface="Calibri"/>
              <a:cs typeface="Calibri"/>
            </a:endParaRPr>
          </a:p>
          <a:p>
            <a:pPr marL="12700">
              <a:lnSpc>
                <a:spcPts val="2255"/>
              </a:lnSpc>
              <a:spcBef>
                <a:spcPts val="204"/>
              </a:spcBef>
            </a:pPr>
            <a:r>
              <a:rPr sz="2200" dirty="0">
                <a:latin typeface="Calibri"/>
                <a:cs typeface="Calibri"/>
              </a:rPr>
              <a:t>Grupos permanentes muy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bien asegurados, con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una privacidad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 100</a:t>
            </a:r>
            <a:r>
              <a:rPr lang="es-ES" sz="2200" dirty="0">
                <a:latin typeface="Calibri"/>
                <a:cs typeface="Calibri"/>
              </a:rPr>
              <a:t>%</a:t>
            </a:r>
            <a:r>
              <a:rPr sz="2200" dirty="0">
                <a:latin typeface="Calibri"/>
                <a:cs typeface="Calibri"/>
              </a:rPr>
              <a:t> donde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podrá</a:t>
            </a:r>
            <a:endParaRPr sz="2200" dirty="0">
              <a:latin typeface="Calibri"/>
              <a:cs typeface="Calibri"/>
            </a:endParaRPr>
          </a:p>
          <a:p>
            <a:pPr marL="12700" marR="5080">
              <a:lnSpc>
                <a:spcPct val="70900"/>
              </a:lnSpc>
              <a:spcBef>
                <a:spcPts val="385"/>
              </a:spcBef>
              <a:tabLst>
                <a:tab pos="6309995" algn="l"/>
              </a:tabLst>
            </a:pPr>
            <a:r>
              <a:rPr sz="2200" dirty="0">
                <a:latin typeface="Calibri"/>
                <a:cs typeface="Calibri"/>
              </a:rPr>
              <a:t>disfrutar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 err="1">
                <a:latin typeface="Calibri"/>
                <a:cs typeface="Calibri"/>
              </a:rPr>
              <a:t>ello</a:t>
            </a:r>
            <a:r>
              <a:rPr lang="es-PE" sz="2200" dirty="0">
                <a:latin typeface="Calibri"/>
                <a:cs typeface="Calibri"/>
              </a:rPr>
              <a:t> muy</a:t>
            </a:r>
            <a:r>
              <a:rPr lang="es-PE" sz="2200" spc="-5" dirty="0">
                <a:latin typeface="Calibri"/>
                <a:cs typeface="Calibri"/>
              </a:rPr>
              <a:t> </a:t>
            </a:r>
            <a:r>
              <a:rPr lang="es-PE" sz="2200" dirty="0">
                <a:latin typeface="Calibri"/>
                <a:cs typeface="Calibri"/>
              </a:rPr>
              <a:t>bien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tiene el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acceso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 compartir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material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 desea.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SE</a:t>
            </a:r>
            <a:r>
              <a:rPr sz="2200" b="1" spc="-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SUBEN </a:t>
            </a:r>
            <a:r>
              <a:rPr sz="2200" b="1" dirty="0">
                <a:latin typeface="Calibri"/>
                <a:cs typeface="Calibri"/>
              </a:rPr>
              <a:t>VIDEOS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TODOS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LOS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DIAS.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+1</a:t>
            </a:r>
            <a:r>
              <a:rPr sz="22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GRUPO</a:t>
            </a:r>
            <a:r>
              <a:rPr sz="2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DE</a:t>
            </a:r>
            <a:r>
              <a:rPr sz="22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REGALO</a:t>
            </a:r>
            <a:r>
              <a:rPr sz="22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20" dirty="0">
                <a:solidFill>
                  <a:srgbClr val="FF0000"/>
                </a:solidFill>
                <a:latin typeface="Calibri"/>
                <a:cs typeface="Calibri"/>
              </a:rPr>
              <a:t>(TG)</a:t>
            </a:r>
            <a:r>
              <a:rPr lang="es-ES" sz="22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DE</a:t>
            </a:r>
            <a:r>
              <a:rPr sz="22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FULL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CONTENIDO</a:t>
            </a:r>
            <a:r>
              <a:rPr sz="22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PERUANO.</a:t>
            </a:r>
            <a:endParaRPr sz="2200" dirty="0">
              <a:latin typeface="Calibri"/>
              <a:cs typeface="Calibri"/>
            </a:endParaRPr>
          </a:p>
          <a:p>
            <a:pPr marL="776605">
              <a:lnSpc>
                <a:spcPct val="100000"/>
              </a:lnSpc>
              <a:spcBef>
                <a:spcPts val="209"/>
              </a:spcBef>
            </a:pPr>
            <a:r>
              <a:rPr sz="2200" dirty="0">
                <a:latin typeface="Calibri"/>
                <a:cs typeface="Calibri"/>
              </a:rPr>
              <a:t>20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SOLES</a:t>
            </a:r>
            <a:r>
              <a:rPr lang="es-ES" sz="2200" spc="-10" dirty="0">
                <a:latin typeface="Calibri"/>
                <a:cs typeface="Calibri"/>
              </a:rPr>
              <a:t> </a:t>
            </a:r>
            <a:r>
              <a:rPr lang="es-ES" sz="2200" i="1" spc="-10" dirty="0">
                <a:latin typeface="Calibri"/>
                <a:cs typeface="Calibri"/>
              </a:rPr>
              <a:t>(UNICO PAGO)</a:t>
            </a:r>
            <a:endParaRPr sz="2200" i="1" dirty="0">
              <a:latin typeface="Calibri"/>
              <a:cs typeface="Calibri"/>
            </a:endParaRPr>
          </a:p>
          <a:p>
            <a:pPr marL="776605">
              <a:lnSpc>
                <a:spcPct val="100000"/>
              </a:lnSpc>
              <a:spcBef>
                <a:spcPts val="204"/>
              </a:spcBef>
            </a:pPr>
            <a:r>
              <a:rPr lang="es-ES" sz="2200" dirty="0">
                <a:latin typeface="Calibri"/>
                <a:cs typeface="Calibri"/>
              </a:rPr>
              <a:t>EL METODO DE PAGO PARA PERSONAS QUE NO SON DEL PERU ES DIFERENTE</a:t>
            </a: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2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550" b="1" i="1" dirty="0">
                <a:latin typeface="Calibri"/>
                <a:cs typeface="Calibri"/>
              </a:rPr>
              <a:t>PRUEBAS</a:t>
            </a:r>
            <a:r>
              <a:rPr sz="2550" b="1" i="1" spc="40" dirty="0">
                <a:latin typeface="Calibri"/>
                <a:cs typeface="Calibri"/>
              </a:rPr>
              <a:t> </a:t>
            </a:r>
            <a:r>
              <a:rPr sz="2550" b="1" i="1" dirty="0">
                <a:latin typeface="Calibri"/>
                <a:cs typeface="Calibri"/>
              </a:rPr>
              <a:t>EN</a:t>
            </a:r>
            <a:r>
              <a:rPr sz="2550" b="1" i="1" spc="35" dirty="0">
                <a:latin typeface="Calibri"/>
                <a:cs typeface="Calibri"/>
              </a:rPr>
              <a:t> </a:t>
            </a:r>
            <a:r>
              <a:rPr sz="2550" b="1" i="1" dirty="0">
                <a:latin typeface="Calibri"/>
                <a:cs typeface="Calibri"/>
              </a:rPr>
              <a:t>LA</a:t>
            </a:r>
            <a:r>
              <a:rPr sz="2550" b="1" i="1" spc="40" dirty="0">
                <a:latin typeface="Calibri"/>
                <a:cs typeface="Calibri"/>
              </a:rPr>
              <a:t> </a:t>
            </a:r>
            <a:r>
              <a:rPr sz="2550" b="1" i="1" dirty="0">
                <a:latin typeface="Calibri"/>
                <a:cs typeface="Calibri"/>
              </a:rPr>
              <a:t>SIGUIENTE</a:t>
            </a:r>
            <a:r>
              <a:rPr sz="2550" b="1" i="1" spc="35" dirty="0">
                <a:latin typeface="Calibri"/>
                <a:cs typeface="Calibri"/>
              </a:rPr>
              <a:t> </a:t>
            </a:r>
            <a:r>
              <a:rPr sz="2550" b="1" i="1" spc="-10" dirty="0">
                <a:latin typeface="Calibri"/>
                <a:cs typeface="Calibri"/>
              </a:rPr>
              <a:t>PAGINA</a:t>
            </a:r>
            <a:endParaRPr sz="255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51507" y="4857924"/>
            <a:ext cx="704215" cy="795020"/>
            <a:chOff x="951507" y="4857924"/>
            <a:chExt cx="704215" cy="7950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8721" y="4857924"/>
              <a:ext cx="563039" cy="31029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1507" y="5206672"/>
              <a:ext cx="703812" cy="44604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37087" y="914400"/>
            <a:ext cx="1654215" cy="29718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5A69579-8BB6-76A3-6D89-15DA36955271}"/>
              </a:ext>
            </a:extLst>
          </p:cNvPr>
          <p:cNvSpPr txBox="1"/>
          <p:nvPr/>
        </p:nvSpPr>
        <p:spPr>
          <a:xfrm>
            <a:off x="9548145" y="266817"/>
            <a:ext cx="20088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2000" b="1" spc="-10" dirty="0">
                <a:latin typeface="Cambria Math" panose="02040503050406030204" pitchFamily="18" charset="0"/>
                <a:ea typeface="Cambria Math" panose="02040503050406030204" pitchFamily="18" charset="0"/>
                <a:cs typeface="Cascadia Mono SemiBold" panose="020B0609020000020004" pitchFamily="49" charset="0"/>
              </a:rPr>
              <a:t>DARKFORUMS</a:t>
            </a:r>
            <a:endParaRPr lang="es-ES" sz="2000" dirty="0">
              <a:latin typeface="Cambria Math" panose="02040503050406030204" pitchFamily="18" charset="0"/>
              <a:ea typeface="Cambria Math" panose="02040503050406030204" pitchFamily="18" charset="0"/>
              <a:cs typeface="Cascadia Mono SemiBold" panose="020B0609020000020004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2345" y="266817"/>
            <a:ext cx="8925800" cy="942265"/>
          </a:xfrm>
          <a:prstGeom prst="rect">
            <a:avLst/>
          </a:prstGeom>
        </p:spPr>
        <p:txBody>
          <a:bodyPr vert="horz" wrap="square" lIns="0" tIns="323552" rIns="0" bIns="0" rtlCol="0">
            <a:spAutoFit/>
          </a:bodyPr>
          <a:lstStyle/>
          <a:p>
            <a:pPr marL="1325880">
              <a:lnSpc>
                <a:spcPct val="100000"/>
              </a:lnSpc>
              <a:spcBef>
                <a:spcPts val="95"/>
              </a:spcBef>
            </a:pPr>
            <a:r>
              <a:rPr lang="es-ES" sz="4000" dirty="0">
                <a:solidFill>
                  <a:srgbClr val="C00000"/>
                </a:solidFill>
              </a:rPr>
              <a:t>(25)</a:t>
            </a:r>
            <a:r>
              <a:rPr sz="4000" b="0" dirty="0"/>
              <a:t>GRUPOS</a:t>
            </a:r>
            <a:r>
              <a:rPr sz="4000" b="0" spc="-100" dirty="0"/>
              <a:t> </a:t>
            </a:r>
            <a:r>
              <a:rPr sz="4000" b="0" dirty="0"/>
              <a:t>DE</a:t>
            </a:r>
            <a:r>
              <a:rPr sz="4000" b="0" spc="-100" dirty="0"/>
              <a:t> </a:t>
            </a:r>
            <a:r>
              <a:rPr sz="4000" b="0" spc="-10" dirty="0"/>
              <a:t>MUESTRA</a:t>
            </a:r>
            <a:endParaRPr sz="4000" b="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76" y="1309844"/>
            <a:ext cx="2678159" cy="536475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14047" y="1419532"/>
            <a:ext cx="2698044" cy="52550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89569" y="1394808"/>
            <a:ext cx="2987179" cy="529239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9306749" y="109068"/>
            <a:ext cx="2418715" cy="6674484"/>
            <a:chOff x="9306749" y="109068"/>
            <a:chExt cx="2418715" cy="6674484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17431" y="109068"/>
              <a:ext cx="2230181" cy="38920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06749" y="3153581"/>
              <a:ext cx="2418097" cy="3629959"/>
            </a:xfrm>
            <a:prstGeom prst="rect">
              <a:avLst/>
            </a:prstGeom>
          </p:spPr>
        </p:pic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6E07457F-8F00-DEA0-D486-372D9CE343DE}"/>
              </a:ext>
            </a:extLst>
          </p:cNvPr>
          <p:cNvSpPr txBox="1"/>
          <p:nvPr/>
        </p:nvSpPr>
        <p:spPr>
          <a:xfrm>
            <a:off x="172839" y="109494"/>
            <a:ext cx="20088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2000" b="1" spc="-10" dirty="0">
                <a:latin typeface="Cambria Math" panose="02040503050406030204" pitchFamily="18" charset="0"/>
                <a:ea typeface="Cambria Math" panose="02040503050406030204" pitchFamily="18" charset="0"/>
                <a:cs typeface="Cascadia Mono SemiBold" panose="020B0609020000020004" pitchFamily="49" charset="0"/>
              </a:rPr>
              <a:t>DARKFORUMS</a:t>
            </a:r>
            <a:endParaRPr lang="es-ES" sz="2000" dirty="0">
              <a:latin typeface="Cambria Math" panose="02040503050406030204" pitchFamily="18" charset="0"/>
              <a:ea typeface="Cambria Math" panose="02040503050406030204" pitchFamily="18" charset="0"/>
              <a:cs typeface="Cascadia Mono SemiBold" panose="020B0609020000020004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85800"/>
            <a:ext cx="12098981" cy="5951042"/>
            <a:chOff x="0" y="586240"/>
            <a:chExt cx="12098981" cy="5951042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86240"/>
              <a:ext cx="3008349" cy="591013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33032" y="627142"/>
              <a:ext cx="3008349" cy="58556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82283" y="704909"/>
              <a:ext cx="3008349" cy="583237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90632" y="801258"/>
              <a:ext cx="3008349" cy="15814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86740" y="2431041"/>
              <a:ext cx="3008349" cy="1676926"/>
            </a:xfrm>
            <a:prstGeom prst="rect">
              <a:avLst/>
            </a:prstGeom>
          </p:spPr>
        </p:pic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9C15E399-892A-BDD3-B11B-4FC847A7FB8A}"/>
              </a:ext>
            </a:extLst>
          </p:cNvPr>
          <p:cNvSpPr txBox="1"/>
          <p:nvPr/>
        </p:nvSpPr>
        <p:spPr>
          <a:xfrm>
            <a:off x="172839" y="109494"/>
            <a:ext cx="20088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2000" b="1" spc="-10" dirty="0">
                <a:latin typeface="Cambria Math" panose="02040503050406030204" pitchFamily="18" charset="0"/>
                <a:ea typeface="Cambria Math" panose="02040503050406030204" pitchFamily="18" charset="0"/>
                <a:cs typeface="Cascadia Mono SemiBold" panose="020B0609020000020004" pitchFamily="49" charset="0"/>
              </a:rPr>
              <a:t>DARKFORUMS</a:t>
            </a:r>
            <a:endParaRPr lang="es-ES" sz="2000" dirty="0">
              <a:latin typeface="Cambria Math" panose="02040503050406030204" pitchFamily="18" charset="0"/>
              <a:ea typeface="Cambria Math" panose="02040503050406030204" pitchFamily="18" charset="0"/>
              <a:cs typeface="Cascadia Mono SemiBold" panose="020B0609020000020004" pitchFamily="49" charset="0"/>
            </a:endParaRPr>
          </a:p>
        </p:txBody>
      </p:sp>
      <p:pic>
        <p:nvPicPr>
          <p:cNvPr id="10" name="object 6">
            <a:extLst>
              <a:ext uri="{FF2B5EF4-FFF2-40B4-BE49-F238E27FC236}">
                <a16:creationId xmlns:a16="http://schemas.microsoft.com/office/drawing/2014/main" id="{EFA5EE5A-CF8C-ADC7-9F53-5C4FA17427CA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46268" y="4415215"/>
            <a:ext cx="1286782" cy="2221627"/>
          </a:xfrm>
          <a:prstGeom prst="rect">
            <a:avLst/>
          </a:prstGeom>
        </p:spPr>
      </p:pic>
      <p:pic>
        <p:nvPicPr>
          <p:cNvPr id="11" name="object 8">
            <a:extLst>
              <a:ext uri="{FF2B5EF4-FFF2-40B4-BE49-F238E27FC236}">
                <a16:creationId xmlns:a16="http://schemas.microsoft.com/office/drawing/2014/main" id="{DFD38CF8-F71F-157B-6E79-05D64856A839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90914" y="4374311"/>
            <a:ext cx="1441131" cy="22216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</TotalTime>
  <Words>168</Words>
  <Application>Microsoft Office PowerPoint</Application>
  <PresentationFormat>Personalizado</PresentationFormat>
  <Paragraphs>21</Paragraphs>
  <Slides>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Cambria Math</vt:lpstr>
      <vt:lpstr>Tahoma</vt:lpstr>
      <vt:lpstr>Office Theme</vt:lpstr>
      <vt:lpstr>PRODUCTOS X DE TODO TIPO</vt:lpstr>
      <vt:lpstr>Presentación de PowerPoint</vt:lpstr>
      <vt:lpstr>25 GRUPOS DE CONTENIDO INFANTIL</vt:lpstr>
      <vt:lpstr>(25)GRUPOS DE MUESTRA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LENOVO</cp:lastModifiedBy>
  <cp:revision>1</cp:revision>
  <dcterms:created xsi:type="dcterms:W3CDTF">2026-02-12T03:13:20Z</dcterms:created>
  <dcterms:modified xsi:type="dcterms:W3CDTF">2026-02-12T04:44:33Z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2026-02-12T00:00:00Z</vt:filetime>
  </property>
  <property fmtid="{D5CDD505-2E9C-101B-9397-08002B2CF9AE}" pid="3" name="Producer">
    <vt:lpwstr>Skia/PDF m92</vt:lpwstr>
  </property>
  <property fmtid="{D5CDD505-2E9C-101B-9397-08002B2CF9AE}" pid="4" name="LastSaved">
    <vt:filetime>2026-02-12T00:00:00Z</vt:filetime>
  </property>
</Properties>
</file>